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3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F1376-2CAA-4DE1-85DD-2CC1CBFBEC1B}" v="1" dt="2026-07-19T08:43:03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Penujuri" userId="5bbafae9a536f371" providerId="LiveId" clId="{CD592901-579D-4795-AD09-46E8A3AA7AED}"/>
    <pc:docChg chg="addSld delSld modSld sldOrd">
      <pc:chgData name="Rohith Penujuri" userId="5bbafae9a536f371" providerId="LiveId" clId="{CD592901-579D-4795-AD09-46E8A3AA7AED}" dt="2026-07-30T02:49:45.034" v="78" actId="47"/>
      <pc:docMkLst>
        <pc:docMk/>
      </pc:docMkLst>
      <pc:sldChg chg="del">
        <pc:chgData name="Rohith Penujuri" userId="5bbafae9a536f371" providerId="LiveId" clId="{CD592901-579D-4795-AD09-46E8A3AA7AED}" dt="2026-07-30T02:49:45.034" v="78" actId="47"/>
        <pc:sldMkLst>
          <pc:docMk/>
          <pc:sldMk cId="1508348614" sldId="261"/>
        </pc:sldMkLst>
      </pc:sldChg>
      <pc:sldChg chg="addSp modSp new mod ord">
        <pc:chgData name="Rohith Penujuri" userId="5bbafae9a536f371" providerId="LiveId" clId="{CD592901-579D-4795-AD09-46E8A3AA7AED}" dt="2026-07-19T08:42:34.670" v="5"/>
        <pc:sldMkLst>
          <pc:docMk/>
          <pc:sldMk cId="1597166067" sldId="264"/>
        </pc:sldMkLst>
        <pc:picChg chg="add mod">
          <ac:chgData name="Rohith Penujuri" userId="5bbafae9a536f371" providerId="LiveId" clId="{CD592901-579D-4795-AD09-46E8A3AA7AED}" dt="2026-07-19T08:42:31.486" v="3" actId="1076"/>
          <ac:picMkLst>
            <pc:docMk/>
            <pc:sldMk cId="1597166067" sldId="264"/>
            <ac:picMk id="3" creationId="{DD9AE1E7-FBE0-08EB-6407-D58C0023895B}"/>
          </ac:picMkLst>
        </pc:picChg>
      </pc:sldChg>
      <pc:sldChg chg="addSp modSp new mod">
        <pc:chgData name="Rohith Penujuri" userId="5bbafae9a536f371" providerId="LiveId" clId="{CD592901-579D-4795-AD09-46E8A3AA7AED}" dt="2026-07-19T08:45:34.254" v="76" actId="1076"/>
        <pc:sldMkLst>
          <pc:docMk/>
          <pc:sldMk cId="3014977254" sldId="265"/>
        </pc:sldMkLst>
        <pc:spChg chg="add mod">
          <ac:chgData name="Rohith Penujuri" userId="5bbafae9a536f371" providerId="LiveId" clId="{CD592901-579D-4795-AD09-46E8A3AA7AED}" dt="2026-07-19T08:45:34.254" v="76" actId="1076"/>
          <ac:spMkLst>
            <pc:docMk/>
            <pc:sldMk cId="3014977254" sldId="265"/>
            <ac:spMk id="2" creationId="{F8E0FCD4-D934-9B10-78E9-19BAF552B7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5B56-03A5-E230-FF42-F8911FED2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672E1-5F12-0401-BCC8-41DAC9341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E2DC1-B962-D0DE-1321-C91077E0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F12FC-9A6A-C95F-63E7-DD321470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84FA2-25BC-6020-E82F-2EC10A33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2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4B76-1DEE-E9CD-46C3-70622540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A985-02B4-0AEC-6C62-B67773B72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4ECB3-2741-B1C6-3E1E-10CF1050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6F98-614F-35D2-EF68-386A2AF1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29E1C-CA50-1ADF-5D98-7106D41E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67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69C7-4EFD-A6E3-9D16-DF84844B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492D-6923-2EFB-78F5-D61F4D442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024A3-3669-25D2-4AF5-A3683D55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6E7E7-5291-42F0-6BD3-B7E3C4C1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275C-DFBD-4628-C75F-332B836A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09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63D0-27F5-A528-8BA9-C15328E5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F5DD-AE79-EEB8-23A1-F87F66887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E083C-DD1F-A332-D473-53AE01CF8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2E60A-8556-F97C-6F2F-03B0E1D2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4472A-9717-68AB-C690-404389A3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8011A-37B3-FB98-B74F-080A16B6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0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FA74-CE63-500F-012F-1B3A9A5A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A5A87-6464-C267-6518-7815405FC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F1B1C-A6EB-E907-3F68-6B4C6FC3C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34E50-D4EB-41F5-4C6B-BB2B0E293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FFF95-72C7-CC75-48BE-26249CD86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FD657-94AF-C88A-392D-E9746F2D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6A073-5921-E5B4-BE7D-0EB39FE7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83619-7A24-E670-3758-273FE77D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99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6728-1D08-7370-47AE-096C394C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8C57A-4763-6575-2948-94D1017E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65265-AA25-741C-0FF5-C40C42B4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77B76-CBF4-A46E-00AD-1F425D18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71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8D0F31-8FC8-BF2F-D372-CA5C431F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898E5-62A2-0E25-7CB3-9C05AA91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CB0D-C526-0CF3-EAE2-FC9F55D6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27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544E-229A-DF33-554E-2A7B20C3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4B16-EC03-423B-EF78-C9E04FD5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E3DF7-4C12-5B27-EFFD-DA5E815DC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67D37-5C0A-423B-FCD7-7DBD20C1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EA2C9-B57C-C030-8534-84CC0C31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D93FC-10B0-46BC-9C39-C2FFA092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3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2716-59D5-0529-2D17-95025278B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0AA64-C86A-737F-A27E-0231970A8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07B95-6D05-DCE0-EC2E-1E476218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B0032-327F-9B92-A6AE-BA8D7C5A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ECF9F-447B-AE01-3EEF-2FB07229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5859D-B338-F2F1-675E-E3262231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1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DBC5-05CE-3D05-D5C4-192BDDB3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44650-628E-37EC-1F58-0DD4E190F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66B8A-98B5-CC15-BB26-D6B5CECF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972B-014C-C812-C30B-AF871060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9C5D-2C59-5048-7592-0422D7ED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7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3F049-EF4F-8F8F-583C-307741657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10B05-7A7F-D60E-E3C6-8112F44C5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8873-17CE-03C8-A124-205C812A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446BF-C1C2-165C-52F7-C69CB52E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E14EC-8890-0D09-CCFE-02255840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61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105F1-A760-5927-1B54-41EC1909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577CA-82EB-0408-0903-C9642308D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48B4B-6770-1DF4-C00C-89556F390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F85C6-0FEB-4BF4-8F66-DACF09AB7E9A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4266C-3D80-1C9A-CABC-67ED88C19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50D50-8BB0-8EA2-3FE1-8764A5A0F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7EA7F-F9FB-4276-A58B-11C1BB839C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1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421C-F7AB-65E0-2183-DDD363501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8807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File-Based Systems and DBMS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Student Management System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E8222-C7FB-1CB9-B465-21013FA54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97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Rohith P (192572013)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CSA0506- DATABASE MANAGEMENT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B601CD-B1BA-7D0F-005F-EEFB83C01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46"/>
            <a:ext cx="12192000" cy="140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C6E9-8BB4-BDF2-B52A-7247F7B6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A7BA-5640-A3B4-F720-D20536F7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5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C1BEC-6D78-5650-6B51-C8715E9D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32556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EB56528-67D7-E886-96B0-14658B209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28500"/>
            <a:ext cx="832634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File-Based System?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separate files.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department maintains its own records.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DBMS?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Management System stores data in a centralized database.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secure, fast, and efficient data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05778D-8F62-39CD-BFF0-5EDAD51D3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686" y="2551176"/>
            <a:ext cx="4443964" cy="205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1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AFBF-5E79-C26D-68C8-047C2970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1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TECHINICAL EXPLANATION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C168E-D63C-2A2E-B1CA-426A9B8AC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3255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A8EB277-D936-7107-CAFD-A37826746B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1820"/>
            <a:ext cx="9682537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File-Based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files for Admissions, Library, Exams, and Fees.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data.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update and maintain.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DBMS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centralized database.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by all departments.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are reflected everywhere instantly.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Information → Central Database → Departments →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49DF6-5A4A-EA7C-2F0A-1BE7CBC8B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104" y="2251820"/>
            <a:ext cx="3236607" cy="42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3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9AE1E7-FBE0-08EB-6407-D58C0023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26" y="315976"/>
            <a:ext cx="9566148" cy="63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66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E19F-C5BB-53AC-4CBB-8395D781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0AE3-A17F-DB3D-548C-FC8B581D6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072" y="1762850"/>
            <a:ext cx="10515600" cy="49031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Case Study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University Student Management System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student changes their mobile number.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Admissions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Library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Examination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Fee records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one update causes inconsistent data.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once in the central database.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departments automatically receive the updated information.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C0C96-A407-6665-8DE8-4C75E7549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5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0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2247-B628-5070-7F88-3F6EF910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C4D8-24E2-CF19-69DD-AB359563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5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531B-13A1-DE9D-84C4-4E2213B4C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1119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DBMS is more efficient than a file-based system. </a:t>
            </a:r>
          </a:p>
          <a:p>
            <a:r>
              <a:rPr lang="en-IN" dirty="0"/>
              <a:t>Eliminates duplicate data. </a:t>
            </a:r>
          </a:p>
          <a:p>
            <a:r>
              <a:rPr lang="en-IN" dirty="0"/>
              <a:t>Improves accuracy and security. </a:t>
            </a:r>
          </a:p>
          <a:p>
            <a:r>
              <a:rPr lang="en-IN" dirty="0"/>
              <a:t>Widely used in universities, schools, banks, hospitals, and businesses.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968E4-A66B-903E-9E20-814758406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774"/>
            <a:ext cx="12192000" cy="15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7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0FCD4-D934-9B10-78E9-19BAF552B7BB}"/>
              </a:ext>
            </a:extLst>
          </p:cNvPr>
          <p:cNvSpPr txBox="1"/>
          <p:nvPr/>
        </p:nvSpPr>
        <p:spPr>
          <a:xfrm rot="20366413">
            <a:off x="4203139" y="1846169"/>
            <a:ext cx="490677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Bernard MT Condensed" panose="02050806060905020404" pitchFamily="18" charset="0"/>
              </a:rPr>
              <a:t>THANK </a:t>
            </a:r>
          </a:p>
          <a:p>
            <a:r>
              <a:rPr lang="en-US" sz="8800" dirty="0">
                <a:latin typeface="Bernard MT Condensed" panose="02050806060905020404" pitchFamily="18" charset="0"/>
              </a:rPr>
              <a:t>  YOU</a:t>
            </a:r>
            <a:endParaRPr lang="en-IN" sz="8800" dirty="0"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7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219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Bernard MT Condensed</vt:lpstr>
      <vt:lpstr>Calibri</vt:lpstr>
      <vt:lpstr>Calibri Light</vt:lpstr>
      <vt:lpstr>Times New Roman</vt:lpstr>
      <vt:lpstr>Office Theme</vt:lpstr>
      <vt:lpstr>Comparison Between File-Based Systems and DBMS University Student Management System</vt:lpstr>
      <vt:lpstr>INTRODUCTION</vt:lpstr>
      <vt:lpstr>CORE TECHINICAL EXPLANATION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Rohith Penujuri</cp:lastModifiedBy>
  <cp:revision>2</cp:revision>
  <dcterms:created xsi:type="dcterms:W3CDTF">2026-07-17T12:23:36Z</dcterms:created>
  <dcterms:modified xsi:type="dcterms:W3CDTF">2026-07-30T02:49:55Z</dcterms:modified>
</cp:coreProperties>
</file>